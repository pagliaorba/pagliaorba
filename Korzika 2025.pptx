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  <p:sldId id="261" r:id="rId5"/>
    <p:sldId id="259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9C550B-06B4-4ED1-BE71-13B959EC6787}" v="2" dt="2025-09-24T06:33:40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ajdr, Roman" userId="d061484c-4907-4ffa-8de6-32d789e8b2e4" providerId="ADAL" clId="{D59C550B-06B4-4ED1-BE71-13B959EC6787}"/>
    <pc:docChg chg="custSel delSld modSld sldOrd">
      <pc:chgData name="Snajdr, Roman" userId="d061484c-4907-4ffa-8de6-32d789e8b2e4" providerId="ADAL" clId="{D59C550B-06B4-4ED1-BE71-13B959EC6787}" dt="2025-09-25T06:42:04.792" v="587" actId="20577"/>
      <pc:docMkLst>
        <pc:docMk/>
      </pc:docMkLst>
      <pc:sldChg chg="del">
        <pc:chgData name="Snajdr, Roman" userId="d061484c-4907-4ffa-8de6-32d789e8b2e4" providerId="ADAL" clId="{D59C550B-06B4-4ED1-BE71-13B959EC6787}" dt="2025-09-24T06:30:06.139" v="428" actId="47"/>
        <pc:sldMkLst>
          <pc:docMk/>
          <pc:sldMk cId="972489813" sldId="256"/>
        </pc:sldMkLst>
      </pc:sldChg>
      <pc:sldChg chg="modSp mod">
        <pc:chgData name="Snajdr, Roman" userId="d061484c-4907-4ffa-8de6-32d789e8b2e4" providerId="ADAL" clId="{D59C550B-06B4-4ED1-BE71-13B959EC6787}" dt="2025-09-24T06:26:54.013" v="235" actId="20577"/>
        <pc:sldMkLst>
          <pc:docMk/>
          <pc:sldMk cId="624727355" sldId="257"/>
        </pc:sldMkLst>
        <pc:spChg chg="mod">
          <ac:chgData name="Snajdr, Roman" userId="d061484c-4907-4ffa-8de6-32d789e8b2e4" providerId="ADAL" clId="{D59C550B-06B4-4ED1-BE71-13B959EC6787}" dt="2025-09-24T06:26:54.013" v="235" actId="20577"/>
          <ac:spMkLst>
            <pc:docMk/>
            <pc:sldMk cId="624727355" sldId="257"/>
            <ac:spMk id="2" creationId="{7776E0ED-122C-1F84-A3A9-A9C72ADA237D}"/>
          </ac:spMkLst>
        </pc:spChg>
      </pc:sldChg>
      <pc:sldChg chg="addSp modSp mod">
        <pc:chgData name="Snajdr, Roman" userId="d061484c-4907-4ffa-8de6-32d789e8b2e4" providerId="ADAL" clId="{D59C550B-06B4-4ED1-BE71-13B959EC6787}" dt="2025-09-24T06:31:19.289" v="435" actId="1076"/>
        <pc:sldMkLst>
          <pc:docMk/>
          <pc:sldMk cId="2845423433" sldId="258"/>
        </pc:sldMkLst>
        <pc:spChg chg="mod">
          <ac:chgData name="Snajdr, Roman" userId="d061484c-4907-4ffa-8de6-32d789e8b2e4" providerId="ADAL" clId="{D59C550B-06B4-4ED1-BE71-13B959EC6787}" dt="2025-09-24T06:27:20.172" v="244" actId="20577"/>
          <ac:spMkLst>
            <pc:docMk/>
            <pc:sldMk cId="2845423433" sldId="258"/>
            <ac:spMk id="2" creationId="{1D6DA28B-8146-32F0-BDCB-BA98D7B905E3}"/>
          </ac:spMkLst>
        </pc:spChg>
        <pc:picChg chg="add mod">
          <ac:chgData name="Snajdr, Roman" userId="d061484c-4907-4ffa-8de6-32d789e8b2e4" providerId="ADAL" clId="{D59C550B-06B4-4ED1-BE71-13B959EC6787}" dt="2025-09-24T06:31:19.289" v="435" actId="1076"/>
          <ac:picMkLst>
            <pc:docMk/>
            <pc:sldMk cId="2845423433" sldId="258"/>
            <ac:picMk id="17" creationId="{AAAD5195-4C07-9A3D-4CDE-182AC0B9E6F4}"/>
          </ac:picMkLst>
        </pc:picChg>
      </pc:sldChg>
      <pc:sldChg chg="modSp mod ord">
        <pc:chgData name="Snajdr, Roman" userId="d061484c-4907-4ffa-8de6-32d789e8b2e4" providerId="ADAL" clId="{D59C550B-06B4-4ED1-BE71-13B959EC6787}" dt="2025-09-25T06:27:37.083" v="525" actId="20577"/>
        <pc:sldMkLst>
          <pc:docMk/>
          <pc:sldMk cId="1328279254" sldId="259"/>
        </pc:sldMkLst>
        <pc:spChg chg="mod">
          <ac:chgData name="Snajdr, Roman" userId="d061484c-4907-4ffa-8de6-32d789e8b2e4" providerId="ADAL" clId="{D59C550B-06B4-4ED1-BE71-13B959EC6787}" dt="2025-09-25T06:27:37.083" v="525" actId="20577"/>
          <ac:spMkLst>
            <pc:docMk/>
            <pc:sldMk cId="1328279254" sldId="259"/>
            <ac:spMk id="19" creationId="{98CFE268-9C22-7F00-4704-F5E473036833}"/>
          </ac:spMkLst>
        </pc:spChg>
      </pc:sldChg>
      <pc:sldChg chg="modSp mod">
        <pc:chgData name="Snajdr, Roman" userId="d061484c-4907-4ffa-8de6-32d789e8b2e4" providerId="ADAL" clId="{D59C550B-06B4-4ED1-BE71-13B959EC6787}" dt="2025-09-24T11:04:36.882" v="516" actId="20577"/>
        <pc:sldMkLst>
          <pc:docMk/>
          <pc:sldMk cId="1568085435" sldId="260"/>
        </pc:sldMkLst>
        <pc:spChg chg="mod">
          <ac:chgData name="Snajdr, Roman" userId="d061484c-4907-4ffa-8de6-32d789e8b2e4" providerId="ADAL" clId="{D59C550B-06B4-4ED1-BE71-13B959EC6787}" dt="2025-09-24T11:04:36.882" v="516" actId="20577"/>
          <ac:spMkLst>
            <pc:docMk/>
            <pc:sldMk cId="1568085435" sldId="260"/>
            <ac:spMk id="2" creationId="{226293DC-4EDE-8597-0CB0-D21A6FD7ED89}"/>
          </ac:spMkLst>
        </pc:spChg>
      </pc:sldChg>
      <pc:sldChg chg="addSp modSp mod">
        <pc:chgData name="Snajdr, Roman" userId="d061484c-4907-4ffa-8de6-32d789e8b2e4" providerId="ADAL" clId="{D59C550B-06B4-4ED1-BE71-13B959EC6787}" dt="2025-09-24T06:34:06.634" v="449" actId="20577"/>
        <pc:sldMkLst>
          <pc:docMk/>
          <pc:sldMk cId="2481751526" sldId="261"/>
        </pc:sldMkLst>
        <pc:spChg chg="mod">
          <ac:chgData name="Snajdr, Roman" userId="d061484c-4907-4ffa-8de6-32d789e8b2e4" providerId="ADAL" clId="{D59C550B-06B4-4ED1-BE71-13B959EC6787}" dt="2025-09-24T06:34:06.634" v="449" actId="20577"/>
          <ac:spMkLst>
            <pc:docMk/>
            <pc:sldMk cId="2481751526" sldId="261"/>
            <ac:spMk id="2" creationId="{D5934E7D-DBA0-6087-E157-E504D7B7E401}"/>
          </ac:spMkLst>
        </pc:spChg>
        <pc:picChg chg="add mod">
          <ac:chgData name="Snajdr, Roman" userId="d061484c-4907-4ffa-8de6-32d789e8b2e4" providerId="ADAL" clId="{D59C550B-06B4-4ED1-BE71-13B959EC6787}" dt="2025-09-24T06:33:48.380" v="440" actId="14100"/>
          <ac:picMkLst>
            <pc:docMk/>
            <pc:sldMk cId="2481751526" sldId="261"/>
            <ac:picMk id="17" creationId="{833A2838-E272-4EF4-C2CB-7366E834C0E0}"/>
          </ac:picMkLst>
        </pc:picChg>
      </pc:sldChg>
      <pc:sldChg chg="modSp mod ord">
        <pc:chgData name="Snajdr, Roman" userId="d061484c-4907-4ffa-8de6-32d789e8b2e4" providerId="ADAL" clId="{D59C550B-06B4-4ED1-BE71-13B959EC6787}" dt="2025-09-25T06:42:04.792" v="587" actId="20577"/>
        <pc:sldMkLst>
          <pc:docMk/>
          <pc:sldMk cId="1190195031" sldId="262"/>
        </pc:sldMkLst>
        <pc:spChg chg="mod">
          <ac:chgData name="Snajdr, Roman" userId="d061484c-4907-4ffa-8de6-32d789e8b2e4" providerId="ADAL" clId="{D59C550B-06B4-4ED1-BE71-13B959EC6787}" dt="2025-09-25T06:41:45.851" v="544" actId="20577"/>
          <ac:spMkLst>
            <pc:docMk/>
            <pc:sldMk cId="1190195031" sldId="262"/>
            <ac:spMk id="2" creationId="{23F98561-13B3-6816-2243-0B66F5BFE811}"/>
          </ac:spMkLst>
        </pc:spChg>
        <pc:spChg chg="mod">
          <ac:chgData name="Snajdr, Roman" userId="d061484c-4907-4ffa-8de6-32d789e8b2e4" providerId="ADAL" clId="{D59C550B-06B4-4ED1-BE71-13B959EC6787}" dt="2025-09-25T06:42:04.792" v="587" actId="20577"/>
          <ac:spMkLst>
            <pc:docMk/>
            <pc:sldMk cId="1190195031" sldId="262"/>
            <ac:spMk id="17" creationId="{C502D411-95E1-3CFC-9302-8E99B2B880E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9B9FC-0EBC-D1B0-4E76-3C8F04F50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AFFCF6-3BD5-AE86-DBD1-DDDA6C787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5417E-01A9-1B01-B8C5-E66E9CA9E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A39B5-58E6-4BBB-BA9C-B130E2FA6113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806FC-C8E6-4D35-A7FC-8A064805F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D5870-53A0-FEBA-F464-19C559166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E040-E069-4747-BA6A-4282979A7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74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3ED6D-2AE8-B188-249A-B97028573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E19A3-B60E-FCA6-E570-7AF7040ED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D819F-AA05-2C14-6E3B-461307DCB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A39B5-58E6-4BBB-BA9C-B130E2FA6113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2FB03-6874-5D46-9FA6-DB40F121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72D3C-E621-4244-BD32-5AD736328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E040-E069-4747-BA6A-4282979A7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4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9A713-462B-FD5B-6FFD-791E1A6F8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5BEEB-9DF2-3404-3FD2-B2139137E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83285-55BD-051C-C432-1BD59E531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A39B5-58E6-4BBB-BA9C-B130E2FA6113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8ADF4-D52C-5CE4-E415-98158C25F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0B28F-8930-B501-FE83-96406EB70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E040-E069-4747-BA6A-4282979A7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76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08D34-883C-0E58-BAF3-58E7E32FA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AD029-0F11-00F8-FF1C-08B2E2A73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FE891-0ABA-28C6-01E4-2FDA210D5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A12AD-AAE5-4777-6B26-67F22BE5E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A39B5-58E6-4BBB-BA9C-B130E2FA6113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E724E-EA29-92C6-B160-570407D8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ABF4-1B27-197C-16F9-55FCD0DB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E040-E069-4747-BA6A-4282979A7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373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8E32-C835-9A91-C956-562EEEF72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80557-831D-B75F-291D-2A91578A2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1C39F-FD24-F15E-98D0-396AD7733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886935-1885-0B86-0246-D7FE870BC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6AD50C-9525-6FAA-AD71-EE4EE2BBF5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67649-D674-BFDD-16DC-A9C8F608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A39B5-58E6-4BBB-BA9C-B130E2FA6113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FED104-CEFE-D437-3EBC-7EC42EE2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9A5D18-8452-2980-4E2E-D01A68C1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E040-E069-4747-BA6A-4282979A7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4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03210-2249-A72E-CE07-69E800E7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E0E98B-E614-DC5E-E28B-CE9DE08D4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A39B5-58E6-4BBB-BA9C-B130E2FA6113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E50DBE-7FA1-F3E7-98AF-58DC3CE2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975FC-D657-511A-1D8C-9F452A937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E040-E069-4747-BA6A-4282979A7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00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87F4E-3B08-C0DF-A8D4-808278006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A39B5-58E6-4BBB-BA9C-B130E2FA6113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21995-6BB3-0178-C62B-DA2BC0393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69FF3-23A2-39DC-0F5F-6EA33F32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E040-E069-4747-BA6A-4282979A7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83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1D8F-EF87-6585-7334-B774468A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21D1C-55A8-025F-6F6D-8D625B0B4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1AB85-CA75-6600-4A57-1405E6254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485BB-B169-F5B0-8E9D-5961A184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A39B5-58E6-4BBB-BA9C-B130E2FA6113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47BC9-87E6-96FC-71F9-D45781C3D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7100A-D287-6149-D170-F7553EBA7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E040-E069-4747-BA6A-4282979A7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70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6168-7CBD-7B8E-3B55-9BF599F10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ED5AC2-CCFE-B8F5-D7D2-3905F846D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9DC09-43A4-76BC-237E-57E14D95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E75BA-A9B4-151F-26FD-04C7133D6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A39B5-58E6-4BBB-BA9C-B130E2FA6113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1F014-8C80-65F1-30E8-0AF448A6C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E63EA-DBCE-B935-9075-5922A3CC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E040-E069-4747-BA6A-4282979A7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2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4AE5-B1F1-6613-5546-85E29AF91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C75777-45E1-4C26-8DE3-978F210C2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9759E-EC07-C78B-43DE-EF2B84219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A39B5-58E6-4BBB-BA9C-B130E2FA6113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F5AF0-8E3F-827C-A86F-6636FF2A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B7758-3D10-AEFA-F00F-3928F68ED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E040-E069-4747-BA6A-4282979A7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08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0862D3-40C9-3D6E-4CA6-232C558B9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F2577-7C5C-D475-4ABE-1B61E77AC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2517B-0B4E-AD52-C334-94D80F9D6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A39B5-58E6-4BBB-BA9C-B130E2FA6113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68C2F-4CDF-AE6E-C3C5-B638C3710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6253F-9F2D-BBDF-72C7-9664FE37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E040-E069-4747-BA6A-4282979A7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06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7DFDE1-900C-ABC1-2C15-21867679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20B3C-FC78-57F0-69F7-67BED9A3C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680DC-0764-8BBA-A74B-951AC774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A39B5-58E6-4BBB-BA9C-B130E2FA6113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100D9-9824-A2EE-9A1C-D9492A167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18988-E12B-BAFF-88F0-F39C9914A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4E040-E069-4747-BA6A-4282979A7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6DA28B-8146-32F0-BDCB-BA98D7B90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468" y="4741948"/>
            <a:ext cx="6829520" cy="86203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cs-CZ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 20 </a:t>
            </a:r>
            <a:r>
              <a:rPr lang="cs-CZ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is </a:t>
            </a:r>
            <a:r>
              <a:rPr lang="en-US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one of the toughest marked trails in Europe, due to steep rocky terrain, scrambling sections, variable weather, and limited infrastructure</a:t>
            </a:r>
          </a:p>
        </p:txBody>
      </p:sp>
      <p:pic>
        <p:nvPicPr>
          <p:cNvPr id="9" name="Picture 8" descr="A landscape with trees and mountains&#10;&#10;AI-generated content may be incorrect.">
            <a:extLst>
              <a:ext uri="{FF2B5EF4-FFF2-40B4-BE49-F238E27FC236}">
                <a16:creationId xmlns:a16="http://schemas.microsoft.com/office/drawing/2014/main" id="{94C6E315-D6E5-0DF5-5D1E-240BCB5C2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46" r="1" b="4664"/>
          <a:stretch>
            <a:fillRect/>
          </a:stretch>
        </p:blipFill>
        <p:spPr>
          <a:xfrm>
            <a:off x="317636" y="321734"/>
            <a:ext cx="3797570" cy="2010551"/>
          </a:xfrm>
          <a:prstGeom prst="rect">
            <a:avLst/>
          </a:prstGeom>
        </p:spPr>
      </p:pic>
      <p:pic>
        <p:nvPicPr>
          <p:cNvPr id="5" name="Content Placeholder 4" descr="A map of a large island&#10;&#10;AI-generated content may be incorrect.">
            <a:extLst>
              <a:ext uri="{FF2B5EF4-FFF2-40B4-BE49-F238E27FC236}">
                <a16:creationId xmlns:a16="http://schemas.microsoft.com/office/drawing/2014/main" id="{30DC6158-9AC8-7025-B13C-3420D3440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5" r="-1" b="26119"/>
          <a:stretch>
            <a:fillRect/>
          </a:stretch>
        </p:blipFill>
        <p:spPr>
          <a:xfrm>
            <a:off x="4202549" y="321732"/>
            <a:ext cx="3793472" cy="4111323"/>
          </a:xfrm>
          <a:prstGeom prst="rect">
            <a:avLst/>
          </a:prstGeom>
        </p:spPr>
      </p:pic>
      <p:pic>
        <p:nvPicPr>
          <p:cNvPr id="13" name="Picture 12" descr="Two people taking a selfie&#10;&#10;AI-generated content may be incorrect.">
            <a:extLst>
              <a:ext uri="{FF2B5EF4-FFF2-40B4-BE49-F238E27FC236}">
                <a16:creationId xmlns:a16="http://schemas.microsoft.com/office/drawing/2014/main" id="{C2254269-5383-9C8D-EAEF-108661588D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04" b="16413"/>
          <a:stretch>
            <a:fillRect/>
          </a:stretch>
        </p:blipFill>
        <p:spPr>
          <a:xfrm rot="10800000">
            <a:off x="8086176" y="321733"/>
            <a:ext cx="3797984" cy="2010552"/>
          </a:xfrm>
          <a:prstGeom prst="rect">
            <a:avLst/>
          </a:prstGeom>
        </p:spPr>
      </p:pic>
      <p:pic>
        <p:nvPicPr>
          <p:cNvPr id="11" name="Picture 10" descr="A rocky hillside with grass and rocks&#10;&#10;AI-generated content may be incorrect.">
            <a:extLst>
              <a:ext uri="{FF2B5EF4-FFF2-40B4-BE49-F238E27FC236}">
                <a16:creationId xmlns:a16="http://schemas.microsoft.com/office/drawing/2014/main" id="{146228DE-90FD-CFB5-6287-9A4D39F441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51" r="1" b="8892"/>
          <a:stretch>
            <a:fillRect/>
          </a:stretch>
        </p:blipFill>
        <p:spPr>
          <a:xfrm>
            <a:off x="317634" y="2422097"/>
            <a:ext cx="3794760" cy="2013804"/>
          </a:xfrm>
          <a:prstGeom prst="rect">
            <a:avLst/>
          </a:prstGeom>
        </p:spPr>
      </p:pic>
      <p:pic>
        <p:nvPicPr>
          <p:cNvPr id="7" name="Picture 6" descr="A group of dogs sitting under a truck&#10;&#10;AI-generated content may be incorrect.">
            <a:extLst>
              <a:ext uri="{FF2B5EF4-FFF2-40B4-BE49-F238E27FC236}">
                <a16:creationId xmlns:a16="http://schemas.microsoft.com/office/drawing/2014/main" id="{50DA3DCF-3482-395F-AD28-A2C8EFF499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0" b="23244"/>
          <a:stretch>
            <a:fillRect/>
          </a:stretch>
        </p:blipFill>
        <p:spPr>
          <a:xfrm>
            <a:off x="8082952" y="2431705"/>
            <a:ext cx="3797983" cy="2000947"/>
          </a:xfrm>
          <a:prstGeom prst="rect">
            <a:avLst/>
          </a:prstGeom>
        </p:spPr>
      </p:pic>
      <p:pic>
        <p:nvPicPr>
          <p:cNvPr id="15" name="Picture 14" descr="A mountain range with a person in the background&#10;&#10;AI-generated content may be incorrect.">
            <a:extLst>
              <a:ext uri="{FF2B5EF4-FFF2-40B4-BE49-F238E27FC236}">
                <a16:creationId xmlns:a16="http://schemas.microsoft.com/office/drawing/2014/main" id="{551ED780-4EF9-AD11-E59A-6C28173C32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12" r="1" b="846"/>
          <a:stretch>
            <a:fillRect/>
          </a:stretch>
        </p:blipFill>
        <p:spPr>
          <a:xfrm>
            <a:off x="317634" y="4525716"/>
            <a:ext cx="3794760" cy="2010551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black silhouette of a person's head with a white bandana&#10;&#10;AI-generated content may be incorrect.">
            <a:extLst>
              <a:ext uri="{FF2B5EF4-FFF2-40B4-BE49-F238E27FC236}">
                <a16:creationId xmlns:a16="http://schemas.microsoft.com/office/drawing/2014/main" id="{AAAD5195-4C07-9A3D-4CDE-182AC0B9E6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224" y="993058"/>
            <a:ext cx="1139567" cy="68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23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76E0ED-122C-1F84-A3A9-A9C72ADA2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468" y="4741948"/>
            <a:ext cx="6829520" cy="8620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 survived </a:t>
            </a:r>
            <a:r>
              <a:rPr lang="cs-CZ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windstorm, flooded tent, and one extremely hot day, multiple river crossings due to washed-away bridges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0" descr="A black and yellow lizard on rocks&#10;&#10;AI-generated content may be incorrect.">
            <a:extLst>
              <a:ext uri="{FF2B5EF4-FFF2-40B4-BE49-F238E27FC236}">
                <a16:creationId xmlns:a16="http://schemas.microsoft.com/office/drawing/2014/main" id="{9B9DE69A-8C41-08A9-67E9-73479241A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52" r="1" b="3658"/>
          <a:stretch>
            <a:fillRect/>
          </a:stretch>
        </p:blipFill>
        <p:spPr>
          <a:xfrm>
            <a:off x="317636" y="321734"/>
            <a:ext cx="3797570" cy="2010551"/>
          </a:xfrm>
          <a:prstGeom prst="rect">
            <a:avLst/>
          </a:prstGeom>
        </p:spPr>
      </p:pic>
      <p:pic>
        <p:nvPicPr>
          <p:cNvPr id="7" name="Picture 6" descr="Tents in the woods with trees and rocks&#10;&#10;AI-generated content may be incorrect.">
            <a:extLst>
              <a:ext uri="{FF2B5EF4-FFF2-40B4-BE49-F238E27FC236}">
                <a16:creationId xmlns:a16="http://schemas.microsoft.com/office/drawing/2014/main" id="{9802E3BA-C68F-07EA-5855-BDD3441E5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9" r="1" b="18105"/>
          <a:stretch>
            <a:fillRect/>
          </a:stretch>
        </p:blipFill>
        <p:spPr>
          <a:xfrm>
            <a:off x="317634" y="2422097"/>
            <a:ext cx="3794760" cy="2013804"/>
          </a:xfrm>
          <a:prstGeom prst="rect">
            <a:avLst/>
          </a:prstGeom>
        </p:spPr>
      </p:pic>
      <p:pic>
        <p:nvPicPr>
          <p:cNvPr id="5" name="Content Placeholder 4" descr="A tree in a field&#10;&#10;AI-generated content may be incorrect.">
            <a:extLst>
              <a:ext uri="{FF2B5EF4-FFF2-40B4-BE49-F238E27FC236}">
                <a16:creationId xmlns:a16="http://schemas.microsoft.com/office/drawing/2014/main" id="{2B46798F-8069-8887-F0DF-1D1973DC1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716" b="1"/>
          <a:stretch>
            <a:fillRect/>
          </a:stretch>
        </p:blipFill>
        <p:spPr>
          <a:xfrm rot="5400000">
            <a:off x="4043623" y="480657"/>
            <a:ext cx="4111323" cy="3793472"/>
          </a:xfrm>
          <a:prstGeom prst="rect">
            <a:avLst/>
          </a:prstGeom>
        </p:spPr>
      </p:pic>
      <p:pic>
        <p:nvPicPr>
          <p:cNvPr id="13" name="Picture 12" descr="A tent on a rocky hill&#10;&#10;AI-generated content may be incorrect.">
            <a:extLst>
              <a:ext uri="{FF2B5EF4-FFF2-40B4-BE49-F238E27FC236}">
                <a16:creationId xmlns:a16="http://schemas.microsoft.com/office/drawing/2014/main" id="{1C3FC8A8-2361-8414-5667-F1E3408C09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813"/>
          <a:stretch>
            <a:fillRect/>
          </a:stretch>
        </p:blipFill>
        <p:spPr>
          <a:xfrm rot="5400000">
            <a:off x="7929507" y="478401"/>
            <a:ext cx="4111321" cy="3797984"/>
          </a:xfrm>
          <a:prstGeom prst="rect">
            <a:avLst/>
          </a:prstGeom>
        </p:spPr>
      </p:pic>
      <p:pic>
        <p:nvPicPr>
          <p:cNvPr id="9" name="Picture 8" descr="A mountain range with trees and a cloudy sky&#10;&#10;AI-generated content may be incorrect.">
            <a:extLst>
              <a:ext uri="{FF2B5EF4-FFF2-40B4-BE49-F238E27FC236}">
                <a16:creationId xmlns:a16="http://schemas.microsoft.com/office/drawing/2014/main" id="{DC45EF04-3899-78C5-568E-4AA5CC9E8E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57" r="1" b="1"/>
          <a:stretch>
            <a:fillRect/>
          </a:stretch>
        </p:blipFill>
        <p:spPr>
          <a:xfrm>
            <a:off x="317634" y="4525715"/>
            <a:ext cx="3794760" cy="2010551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727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6293DC-4EDE-8597-0CB0-D21A6FD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468" y="4741948"/>
            <a:ext cx="6829520" cy="8620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 carried </a:t>
            </a:r>
            <a:br>
              <a:rPr lang="cs-CZ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cs-CZ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15kg backpacks, which became 300g lighter every day ...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0" descr="A field with cows and trees&#10;&#10;AI-generated content may be incorrect.">
            <a:extLst>
              <a:ext uri="{FF2B5EF4-FFF2-40B4-BE49-F238E27FC236}">
                <a16:creationId xmlns:a16="http://schemas.microsoft.com/office/drawing/2014/main" id="{E9130BBC-E147-27C9-E386-E8FFA32EA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5" r="1" b="17555"/>
          <a:stretch>
            <a:fillRect/>
          </a:stretch>
        </p:blipFill>
        <p:spPr>
          <a:xfrm>
            <a:off x="317636" y="321734"/>
            <a:ext cx="3797570" cy="2010551"/>
          </a:xfrm>
          <a:prstGeom prst="rect">
            <a:avLst/>
          </a:prstGeom>
        </p:spPr>
      </p:pic>
      <p:pic>
        <p:nvPicPr>
          <p:cNvPr id="13" name="Picture 12" descr="A forest with mountains in the background&#10;&#10;AI-generated content may be incorrect.">
            <a:extLst>
              <a:ext uri="{FF2B5EF4-FFF2-40B4-BE49-F238E27FC236}">
                <a16:creationId xmlns:a16="http://schemas.microsoft.com/office/drawing/2014/main" id="{CE76B528-81A3-BA04-2F56-A3780DD28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3" r="20913" b="-3"/>
          <a:stretch>
            <a:fillRect/>
          </a:stretch>
        </p:blipFill>
        <p:spPr>
          <a:xfrm>
            <a:off x="4202549" y="321732"/>
            <a:ext cx="3793472" cy="4111323"/>
          </a:xfrm>
          <a:prstGeom prst="rect">
            <a:avLst/>
          </a:prstGeom>
        </p:spPr>
      </p:pic>
      <p:pic>
        <p:nvPicPr>
          <p:cNvPr id="15" name="Picture 14" descr="A mountain range with trees and mountains in the background&#10;&#10;AI-generated content may be incorrect.">
            <a:extLst>
              <a:ext uri="{FF2B5EF4-FFF2-40B4-BE49-F238E27FC236}">
                <a16:creationId xmlns:a16="http://schemas.microsoft.com/office/drawing/2014/main" id="{0C8F3ACD-BD77-48E1-1D32-20F1A721B2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26" b="2592"/>
          <a:stretch>
            <a:fillRect/>
          </a:stretch>
        </p:blipFill>
        <p:spPr>
          <a:xfrm>
            <a:off x="8086176" y="321733"/>
            <a:ext cx="3797984" cy="2010552"/>
          </a:xfrm>
          <a:prstGeom prst="rect">
            <a:avLst/>
          </a:prstGeom>
        </p:spPr>
      </p:pic>
      <p:pic>
        <p:nvPicPr>
          <p:cNvPr id="7" name="Picture 6" descr="A tree with a broken branch&#10;&#10;AI-generated content may be incorrect.">
            <a:extLst>
              <a:ext uri="{FF2B5EF4-FFF2-40B4-BE49-F238E27FC236}">
                <a16:creationId xmlns:a16="http://schemas.microsoft.com/office/drawing/2014/main" id="{D26731C6-5478-7AE6-361C-DEF54EAFFE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0" r="1" b="13693"/>
          <a:stretch>
            <a:fillRect/>
          </a:stretch>
        </p:blipFill>
        <p:spPr>
          <a:xfrm>
            <a:off x="317634" y="2422097"/>
            <a:ext cx="3794760" cy="2013804"/>
          </a:xfrm>
          <a:prstGeom prst="rect">
            <a:avLst/>
          </a:prstGeom>
        </p:spPr>
      </p:pic>
      <p:pic>
        <p:nvPicPr>
          <p:cNvPr id="17" name="Picture 16" descr="A tree stumps and bushes in a forest&#10;&#10;AI-generated content may be incorrect.">
            <a:extLst>
              <a:ext uri="{FF2B5EF4-FFF2-40B4-BE49-F238E27FC236}">
                <a16:creationId xmlns:a16="http://schemas.microsoft.com/office/drawing/2014/main" id="{9C5343DB-33DD-0438-30DF-2146844993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48" b="2206"/>
          <a:stretch>
            <a:fillRect/>
          </a:stretch>
        </p:blipFill>
        <p:spPr>
          <a:xfrm>
            <a:off x="8082952" y="2431705"/>
            <a:ext cx="3797983" cy="2000947"/>
          </a:xfrm>
          <a:prstGeom prst="rect">
            <a:avLst/>
          </a:prstGeom>
        </p:spPr>
      </p:pic>
      <p:pic>
        <p:nvPicPr>
          <p:cNvPr id="5" name="Content Placeholder 4" descr="A green field with water in it&#10;&#10;AI-generated content may be incorrect.">
            <a:extLst>
              <a:ext uri="{FF2B5EF4-FFF2-40B4-BE49-F238E27FC236}">
                <a16:creationId xmlns:a16="http://schemas.microsoft.com/office/drawing/2014/main" id="{0CD6B5C2-B729-EB8E-CFE4-F424A51D23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79" r="1" b="22178"/>
          <a:stretch>
            <a:fillRect/>
          </a:stretch>
        </p:blipFill>
        <p:spPr>
          <a:xfrm>
            <a:off x="317634" y="4525716"/>
            <a:ext cx="3794760" cy="2010551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085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34E7D-DBA0-6087-E157-E504D7B7E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468" y="4741948"/>
            <a:ext cx="6829520" cy="8620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 enjoyed </a:t>
            </a:r>
            <a:r>
              <a:rPr lang="cs-CZ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all types of sceneries, great corsican „coppa“, „saucisson“ and Pietra beer and the wild and free Corsica vibe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A plate of meat and cheese&#10;&#10;AI-generated content may be incorrect.">
            <a:extLst>
              <a:ext uri="{FF2B5EF4-FFF2-40B4-BE49-F238E27FC236}">
                <a16:creationId xmlns:a16="http://schemas.microsoft.com/office/drawing/2014/main" id="{BB29FFDB-A25A-854B-009E-B1BF5751F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54" r="43240" b="3"/>
          <a:stretch>
            <a:fillRect/>
          </a:stretch>
        </p:blipFill>
        <p:spPr>
          <a:xfrm rot="5400000">
            <a:off x="1211145" y="-571775"/>
            <a:ext cx="2010551" cy="3797570"/>
          </a:xfrm>
          <a:prstGeom prst="rect">
            <a:avLst/>
          </a:prstGeom>
        </p:spPr>
      </p:pic>
      <p:pic>
        <p:nvPicPr>
          <p:cNvPr id="13" name="Picture 12" descr="A tree with mossy rocks and mossy trees&#10;&#10;AI-generated content may be incorrect.">
            <a:extLst>
              <a:ext uri="{FF2B5EF4-FFF2-40B4-BE49-F238E27FC236}">
                <a16:creationId xmlns:a16="http://schemas.microsoft.com/office/drawing/2014/main" id="{42D795DB-57FA-F668-E8DC-50486F17F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" r="18467" b="1"/>
          <a:stretch>
            <a:fillRect/>
          </a:stretch>
        </p:blipFill>
        <p:spPr>
          <a:xfrm rot="5400000">
            <a:off x="4043623" y="480657"/>
            <a:ext cx="4111323" cy="3793472"/>
          </a:xfrm>
          <a:prstGeom prst="rect">
            <a:avLst/>
          </a:prstGeom>
        </p:spPr>
      </p:pic>
      <p:pic>
        <p:nvPicPr>
          <p:cNvPr id="11" name="Picture 10" descr="An old stone building with trees&#10;&#10;AI-generated content may be incorrect.">
            <a:extLst>
              <a:ext uri="{FF2B5EF4-FFF2-40B4-BE49-F238E27FC236}">
                <a16:creationId xmlns:a16="http://schemas.microsoft.com/office/drawing/2014/main" id="{0A705EA2-676D-59E3-CE6D-6EC294B40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8" r="46909"/>
          <a:stretch>
            <a:fillRect/>
          </a:stretch>
        </p:blipFill>
        <p:spPr>
          <a:xfrm rot="5400000">
            <a:off x="8979892" y="-571983"/>
            <a:ext cx="2010552" cy="3797984"/>
          </a:xfrm>
          <a:prstGeom prst="rect">
            <a:avLst/>
          </a:prstGeom>
        </p:spPr>
      </p:pic>
      <p:pic>
        <p:nvPicPr>
          <p:cNvPr id="15" name="Picture 14" descr="A plant with spiky green balls on a tree&#10;&#10;AI-generated content may be incorrect.">
            <a:extLst>
              <a:ext uri="{FF2B5EF4-FFF2-40B4-BE49-F238E27FC236}">
                <a16:creationId xmlns:a16="http://schemas.microsoft.com/office/drawing/2014/main" id="{055D70B6-F148-22DC-CE7F-9FC7C5714A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0" r="45808" b="-2"/>
          <a:stretch>
            <a:fillRect/>
          </a:stretch>
        </p:blipFill>
        <p:spPr>
          <a:xfrm rot="5400000">
            <a:off x="1208112" y="1531619"/>
            <a:ext cx="2013804" cy="3794760"/>
          </a:xfrm>
          <a:prstGeom prst="rect">
            <a:avLst/>
          </a:prstGeom>
        </p:spPr>
      </p:pic>
      <p:pic>
        <p:nvPicPr>
          <p:cNvPr id="9" name="Picture 8" descr="A wall with graffiti on it&#10;&#10;AI-generated content may be incorrect.">
            <a:extLst>
              <a:ext uri="{FF2B5EF4-FFF2-40B4-BE49-F238E27FC236}">
                <a16:creationId xmlns:a16="http://schemas.microsoft.com/office/drawing/2014/main" id="{37EB2A61-1E6D-180C-2CAF-853EFDCD2D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15" b="20439"/>
          <a:stretch>
            <a:fillRect/>
          </a:stretch>
        </p:blipFill>
        <p:spPr>
          <a:xfrm>
            <a:off x="8082952" y="2431705"/>
            <a:ext cx="3797983" cy="2000947"/>
          </a:xfrm>
          <a:prstGeom prst="rect">
            <a:avLst/>
          </a:prstGeom>
        </p:spPr>
      </p:pic>
      <p:pic>
        <p:nvPicPr>
          <p:cNvPr id="5" name="Content Placeholder 4" descr="A waterfall in a rocky area&#10;&#10;AI-generated content may be incorrect.">
            <a:extLst>
              <a:ext uri="{FF2B5EF4-FFF2-40B4-BE49-F238E27FC236}">
                <a16:creationId xmlns:a16="http://schemas.microsoft.com/office/drawing/2014/main" id="{8639191A-0580-85DC-38E7-C93E3268AF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6" r="44147" b="-2"/>
          <a:stretch>
            <a:fillRect/>
          </a:stretch>
        </p:blipFill>
        <p:spPr>
          <a:xfrm rot="5400000">
            <a:off x="1209738" y="3633611"/>
            <a:ext cx="2010551" cy="379476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bottle of beer next to a glass of beer&#10;&#10;AI-generated content may be incorrect.">
            <a:extLst>
              <a:ext uri="{FF2B5EF4-FFF2-40B4-BE49-F238E27FC236}">
                <a16:creationId xmlns:a16="http://schemas.microsoft.com/office/drawing/2014/main" id="{833A2838-E272-4EF4-C2CB-7366E834C0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1858" y="5460076"/>
            <a:ext cx="1358715" cy="101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1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CB593EA-2F98-479F-B4C4-F366571FA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A rocky mountain with a blue sky&#10;&#10;AI-generated content may be incorrect.">
            <a:extLst>
              <a:ext uri="{FF2B5EF4-FFF2-40B4-BE49-F238E27FC236}">
                <a16:creationId xmlns:a16="http://schemas.microsoft.com/office/drawing/2014/main" id="{BB169BB7-B918-D5FE-62EE-CA9304362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68" r="7685" b="4"/>
          <a:stretch>
            <a:fillRect/>
          </a:stretch>
        </p:blipFill>
        <p:spPr>
          <a:xfrm>
            <a:off x="1" y="1"/>
            <a:ext cx="2970465" cy="3383279"/>
          </a:xfrm>
          <a:prstGeom prst="rect">
            <a:avLst/>
          </a:prstGeom>
        </p:spPr>
      </p:pic>
      <p:pic>
        <p:nvPicPr>
          <p:cNvPr id="7" name="Picture 6" descr="A tree with many fruits&#10;&#10;AI-generated content may be incorrect.">
            <a:extLst>
              <a:ext uri="{FF2B5EF4-FFF2-40B4-BE49-F238E27FC236}">
                <a16:creationId xmlns:a16="http://schemas.microsoft.com/office/drawing/2014/main" id="{7B8571CD-3354-40C3-D243-9E0A09EAEA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" r="13459" b="5"/>
          <a:stretch>
            <a:fillRect/>
          </a:stretch>
        </p:blipFill>
        <p:spPr>
          <a:xfrm rot="5400000">
            <a:off x="2866549" y="206406"/>
            <a:ext cx="3383278" cy="2970465"/>
          </a:xfrm>
          <a:prstGeom prst="rect">
            <a:avLst/>
          </a:prstGeom>
        </p:spPr>
      </p:pic>
      <p:pic>
        <p:nvPicPr>
          <p:cNvPr id="11" name="Picture 10" descr="A landscape of a mountain with clouds and trees&#10;&#10;AI-generated content may be incorrect.">
            <a:extLst>
              <a:ext uri="{FF2B5EF4-FFF2-40B4-BE49-F238E27FC236}">
                <a16:creationId xmlns:a16="http://schemas.microsoft.com/office/drawing/2014/main" id="{32615A7E-518C-592C-0ED1-EBFF4CC5A4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3" r="10890" b="4"/>
          <a:stretch>
            <a:fillRect/>
          </a:stretch>
        </p:blipFill>
        <p:spPr>
          <a:xfrm>
            <a:off x="6145909" y="10"/>
            <a:ext cx="2971800" cy="3383268"/>
          </a:xfrm>
          <a:prstGeom prst="rect">
            <a:avLst/>
          </a:prstGeom>
        </p:spPr>
      </p:pic>
      <p:pic>
        <p:nvPicPr>
          <p:cNvPr id="5" name="Content Placeholder 4" descr="A mountain range with clouds and trees&#10;&#10;AI-generated content may be incorrect.">
            <a:extLst>
              <a:ext uri="{FF2B5EF4-FFF2-40B4-BE49-F238E27FC236}">
                <a16:creationId xmlns:a16="http://schemas.microsoft.com/office/drawing/2014/main" id="{DC793988-75BB-A5F0-BDEC-85D98B989D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5" r="18739" b="4"/>
          <a:stretch>
            <a:fillRect/>
          </a:stretch>
        </p:blipFill>
        <p:spPr>
          <a:xfrm>
            <a:off x="9220200" y="10"/>
            <a:ext cx="2971800" cy="3383268"/>
          </a:xfrm>
          <a:prstGeom prst="rect">
            <a:avLst/>
          </a:prstGeom>
        </p:spPr>
      </p:pic>
      <p:pic>
        <p:nvPicPr>
          <p:cNvPr id="9" name="Picture 8" descr="A person in a pool of water&#10;&#10;AI-generated content may be incorrect.">
            <a:extLst>
              <a:ext uri="{FF2B5EF4-FFF2-40B4-BE49-F238E27FC236}">
                <a16:creationId xmlns:a16="http://schemas.microsoft.com/office/drawing/2014/main" id="{1D6ADB0D-176E-3AB4-1253-EAF92550A3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" b="14581"/>
          <a:stretch>
            <a:fillRect/>
          </a:stretch>
        </p:blipFill>
        <p:spPr>
          <a:xfrm>
            <a:off x="-1017" y="3474720"/>
            <a:ext cx="2970465" cy="338328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39BEB6D0-9E4E-4221-93D1-74ABECEE9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5910" y="3474720"/>
            <a:ext cx="6046090" cy="3383281"/>
          </a:xfrm>
          <a:prstGeom prst="rect">
            <a:avLst/>
          </a:prstGeom>
          <a:solidFill>
            <a:srgbClr val="5757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7BD1C9-6CAE-DA64-D52B-F18995AD4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1653" y="3799272"/>
            <a:ext cx="5193748" cy="637124"/>
          </a:xfrm>
        </p:spPr>
        <p:txBody>
          <a:bodyPr>
            <a:normAutofit/>
          </a:bodyPr>
          <a:lstStyle/>
          <a:p>
            <a:r>
              <a:rPr lang="cs-CZ" sz="3200" dirty="0">
                <a:solidFill>
                  <a:srgbClr val="FFFFFF"/>
                </a:solidFill>
              </a:rPr>
              <a:t>Halfway completed !</a:t>
            </a:r>
            <a:endParaRPr lang="en-US" sz="3200" dirty="0">
              <a:solidFill>
                <a:srgbClr val="FFFFFF"/>
              </a:solidFill>
            </a:endParaRPr>
          </a:p>
        </p:txBody>
      </p:sp>
      <p:pic>
        <p:nvPicPr>
          <p:cNvPr id="13" name="Picture 12" descr="A mountain range with trees and rocks&#10;&#10;AI-generated content may be incorrect.">
            <a:extLst>
              <a:ext uri="{FF2B5EF4-FFF2-40B4-BE49-F238E27FC236}">
                <a16:creationId xmlns:a16="http://schemas.microsoft.com/office/drawing/2014/main" id="{76B7603A-B8A6-33DB-DBDC-6CAA6C9DF1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1" r="25262" b="4"/>
          <a:stretch>
            <a:fillRect/>
          </a:stretch>
        </p:blipFill>
        <p:spPr>
          <a:xfrm>
            <a:off x="3059902" y="3474719"/>
            <a:ext cx="2970466" cy="3383280"/>
          </a:xfrm>
          <a:prstGeom prst="rect">
            <a:avLst/>
          </a:prstGeom>
        </p:spPr>
      </p:pic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8CFE268-9C22-7F00-4704-F5E473036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9648" y="4510585"/>
            <a:ext cx="5366610" cy="1758732"/>
          </a:xfrm>
        </p:spPr>
        <p:txBody>
          <a:bodyPr>
            <a:normAutofit/>
          </a:bodyPr>
          <a:lstStyle/>
          <a:p>
            <a:r>
              <a:rPr lang="cs-CZ" sz="1800" dirty="0">
                <a:solidFill>
                  <a:srgbClr val="FFFFFF"/>
                </a:solidFill>
              </a:rPr>
              <a:t>170 km</a:t>
            </a:r>
          </a:p>
          <a:p>
            <a:r>
              <a:rPr lang="cs-CZ" sz="1800" dirty="0">
                <a:solidFill>
                  <a:srgbClr val="FFFFFF"/>
                </a:solidFill>
              </a:rPr>
              <a:t>8000 m elevation gained in total</a:t>
            </a:r>
          </a:p>
          <a:p>
            <a:r>
              <a:rPr lang="cs-CZ" sz="1800" dirty="0">
                <a:solidFill>
                  <a:srgbClr val="FFFFFF"/>
                </a:solidFill>
              </a:rPr>
              <a:t>5kg weight lost </a:t>
            </a:r>
            <a:r>
              <a:rPr lang="cs-CZ" sz="1800" dirty="0">
                <a:solidFill>
                  <a:srgbClr val="FFFFFF"/>
                </a:solidFill>
                <a:sym typeface="Wingdings" panose="05000000000000000000" pitchFamily="2" charset="2"/>
              </a:rPr>
              <a:t></a:t>
            </a:r>
            <a:endParaRPr lang="cs-CZ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279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CB593EA-2F98-479F-B4C4-F366571FA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A tent on a rocky hill&#10;&#10;AI-generated content may be incorrect.">
            <a:extLst>
              <a:ext uri="{FF2B5EF4-FFF2-40B4-BE49-F238E27FC236}">
                <a16:creationId xmlns:a16="http://schemas.microsoft.com/office/drawing/2014/main" id="{752BE0E2-FDFC-D246-5C0E-36D3E7474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3" r="18511" b="4"/>
          <a:stretch>
            <a:fillRect/>
          </a:stretch>
        </p:blipFill>
        <p:spPr>
          <a:xfrm>
            <a:off x="20" y="10"/>
            <a:ext cx="2970445" cy="3383269"/>
          </a:xfrm>
          <a:prstGeom prst="rect">
            <a:avLst/>
          </a:prstGeom>
        </p:spPr>
      </p:pic>
      <p:pic>
        <p:nvPicPr>
          <p:cNvPr id="7" name="Picture 6" descr="A group of people swimming in a river&#10;&#10;AI-generated content may be incorrect.">
            <a:extLst>
              <a:ext uri="{FF2B5EF4-FFF2-40B4-BE49-F238E27FC236}">
                <a16:creationId xmlns:a16="http://schemas.microsoft.com/office/drawing/2014/main" id="{66BD3C47-A783-1979-DBD1-36750ED11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63" r="7791" b="4"/>
          <a:stretch>
            <a:fillRect/>
          </a:stretch>
        </p:blipFill>
        <p:spPr>
          <a:xfrm>
            <a:off x="3072956" y="10"/>
            <a:ext cx="2970465" cy="3383268"/>
          </a:xfrm>
          <a:prstGeom prst="rect">
            <a:avLst/>
          </a:prstGeom>
        </p:spPr>
      </p:pic>
      <p:pic>
        <p:nvPicPr>
          <p:cNvPr id="11" name="Picture 10" descr="A mountain range with trees and a valley&#10;&#10;AI-generated content may be incorrect.">
            <a:extLst>
              <a:ext uri="{FF2B5EF4-FFF2-40B4-BE49-F238E27FC236}">
                <a16:creationId xmlns:a16="http://schemas.microsoft.com/office/drawing/2014/main" id="{CD22ABA4-28D5-F8C9-F1ED-B367A296B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6" r="728" b="4"/>
          <a:stretch>
            <a:fillRect/>
          </a:stretch>
        </p:blipFill>
        <p:spPr>
          <a:xfrm>
            <a:off x="6145909" y="10"/>
            <a:ext cx="2971800" cy="3383268"/>
          </a:xfrm>
          <a:prstGeom prst="rect">
            <a:avLst/>
          </a:prstGeom>
        </p:spPr>
      </p:pic>
      <p:pic>
        <p:nvPicPr>
          <p:cNvPr id="13" name="Picture 12" descr="A mountain landscape with clouds above&#10;&#10;AI-generated content may be incorrect.">
            <a:extLst>
              <a:ext uri="{FF2B5EF4-FFF2-40B4-BE49-F238E27FC236}">
                <a16:creationId xmlns:a16="http://schemas.microsoft.com/office/drawing/2014/main" id="{427AD089-0EFB-C3BF-AA87-1756BCEBF1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" r="30309" b="4"/>
          <a:stretch>
            <a:fillRect/>
          </a:stretch>
        </p:blipFill>
        <p:spPr>
          <a:xfrm>
            <a:off x="9220200" y="10"/>
            <a:ext cx="2971800" cy="3383268"/>
          </a:xfrm>
          <a:prstGeom prst="rect">
            <a:avLst/>
          </a:prstGeom>
        </p:spPr>
      </p:pic>
      <p:pic>
        <p:nvPicPr>
          <p:cNvPr id="5" name="Content Placeholder 4" descr="A rocky mountain with a blue sky&#10;&#10;AI-generated content may be incorrect.">
            <a:extLst>
              <a:ext uri="{FF2B5EF4-FFF2-40B4-BE49-F238E27FC236}">
                <a16:creationId xmlns:a16="http://schemas.microsoft.com/office/drawing/2014/main" id="{5125F099-C2D3-9313-66AE-5708701BE2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69" r="-1" b="-1"/>
          <a:stretch>
            <a:fillRect/>
          </a:stretch>
        </p:blipFill>
        <p:spPr>
          <a:xfrm>
            <a:off x="-1018" y="3474720"/>
            <a:ext cx="6044438" cy="33832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9BEB6D0-9E4E-4221-93D1-74ABECEE9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5910" y="3474720"/>
            <a:ext cx="6046090" cy="3383281"/>
          </a:xfrm>
          <a:prstGeom prst="rect">
            <a:avLst/>
          </a:prstGeom>
          <a:solidFill>
            <a:srgbClr val="806C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98561-13B3-6816-2243-0B66F5BFE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1653" y="3799272"/>
            <a:ext cx="5193748" cy="637124"/>
          </a:xfrm>
        </p:spPr>
        <p:txBody>
          <a:bodyPr>
            <a:normAutofit/>
          </a:bodyPr>
          <a:lstStyle/>
          <a:p>
            <a:r>
              <a:rPr lang="cs-CZ" sz="3200" dirty="0">
                <a:solidFill>
                  <a:srgbClr val="FFFFFF"/>
                </a:solidFill>
              </a:rPr>
              <a:t>We will come back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502D411-95E1-3CFC-9302-8E99B2B88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9648" y="4510585"/>
            <a:ext cx="5366610" cy="1758732"/>
          </a:xfrm>
        </p:spPr>
        <p:txBody>
          <a:bodyPr>
            <a:normAutofit/>
          </a:bodyPr>
          <a:lstStyle/>
          <a:p>
            <a:r>
              <a:rPr lang="cs-CZ" sz="1800">
                <a:solidFill>
                  <a:srgbClr val="FFFFFF"/>
                </a:solidFill>
              </a:rPr>
              <a:t>To finish the northern part, </a:t>
            </a:r>
            <a:r>
              <a:rPr lang="cs-CZ" sz="1800" dirty="0">
                <a:solidFill>
                  <a:srgbClr val="FFFFFF"/>
                </a:solidFill>
              </a:rPr>
              <a:t>which is more mountainuous with the highest peak above 2700m</a:t>
            </a:r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195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1528</TotalTime>
  <Words>121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Wingdings</vt:lpstr>
      <vt:lpstr>Office Theme</vt:lpstr>
      <vt:lpstr>GR 20  is one of the toughest marked trails in Europe, due to steep rocky terrain, scrambling sections, variable weather, and limited infrastructure</vt:lpstr>
      <vt:lpstr>We survived a windstorm, flooded tent, and one extremely hot day, multiple river crossings due to washed-away bridges</vt:lpstr>
      <vt:lpstr>We carried  15kg backpacks, which became 300g lighter every day ...</vt:lpstr>
      <vt:lpstr>We enjoyed  all types of sceneries, great corsican „coppa“, „saucisson“ and Pietra beer and the wild and free Corsica vibe</vt:lpstr>
      <vt:lpstr>Halfway completed !</vt:lpstr>
      <vt:lpstr>We will come 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Snajdr, Roman</dc:creator>
  <cp:lastModifiedBy>Snajdr, Roman</cp:lastModifiedBy>
  <cp:revision>1</cp:revision>
  <dcterms:created xsi:type="dcterms:W3CDTF">2025-09-24T05:13:11Z</dcterms:created>
  <dcterms:modified xsi:type="dcterms:W3CDTF">2025-09-25T06:42:07Z</dcterms:modified>
</cp:coreProperties>
</file>